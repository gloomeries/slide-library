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262B-604B-2EFF-F2CE-F927E1136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12D5C-5914-5D8E-E029-29A434A00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BAE80-0924-CA05-D5BD-D342AC84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36CF-A09A-854F-A359-53F6C22E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D27F7-2A04-D01F-32C6-9F58F69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5998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5FC7-A30C-E7D2-C1F7-0382504A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A4A19-F1A5-4C0E-5162-70A0AB7E9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FCCE-5782-669A-66FC-1C48C4DB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C61E-DF58-83F3-AD1D-EEE5B4AF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4AFB-359A-44AD-83A8-821E4AD1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7826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C320-9587-3F77-C1C3-BBE00C31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C7CE8-5115-8430-0594-A914CDC8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22612-5C09-D10D-A4E1-12C47C7F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B31AC-9B1B-6EBA-860B-D248D5E6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E4E37-C64D-6852-7735-83D6899D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989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FBCF-1561-6603-6E60-52653684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100E-AF0D-CBC5-848B-5C332FA3D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16310-8FAF-E1D4-2EEE-2A141EA08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72C4E-A3BF-BDEC-1D4A-243F422C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A2550-9736-F78B-6038-A88A3FA1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1EC5C-70A5-CB3E-E0B1-A68D52BC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8678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2D3B-1212-E13C-158E-F143D96E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AC441-158B-1B6F-1AA4-2425088E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3A8AE-C3F2-30D7-7D4E-3A5305B7B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0EDF5-BF62-8F9B-85F4-FFADB1DBF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C93F6-5E30-25F6-4D0B-68FBE9DD5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ABB5F-C72C-9DDD-A710-468E7143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9D256-DC95-E583-2F9D-26268460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E278D-3BDD-B380-5142-95667A92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703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1984-771C-53B5-F463-6DE4DA70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29C8C-8B6C-5549-09E4-4574F36C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48E8F-BC12-ED5F-915C-1FC13FD3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97C6-49DE-6DA9-7F37-B3F5AF97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3042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4825C-B576-405A-11F7-A6C4814B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AE0C0-53D8-BCDE-2F0D-55E5020D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6FB38-08E8-3C5E-5292-CAB36053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599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5A05-97E6-E6BC-83FC-A83AE6F9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7DD9-CE5A-03CB-802D-659D734C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6AD26-19FD-558E-770A-A84E0241F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64C2A-7F75-CCCD-08A7-85C0F172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BFE1B-FA20-B705-36FF-84E1FA7B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50B8E-5372-3F21-1394-317CA8EC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6828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EF51-5425-5A5A-EE2E-D4DEB960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02778-20D4-9CB7-C138-35B89AB56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BD5EB-F0EC-9DBC-00B2-2892EA5B4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7AEE1-DFB2-2BAF-88E8-67EFC53A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955BB-3F5B-8511-F3B3-1B8082BE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B41DB-DEF0-395F-DF9F-A7DDDBCB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7644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91E4-DBD1-4D10-79A8-29903A1A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DE4E1-4955-B132-AE09-24C220254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D29C9-4599-7C05-4092-1C7EC18A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9B06-BFDB-1A0D-6EAB-2AD24419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EA811-AFA0-2A5F-B6E3-CF9BCC66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6480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AC93E-5F50-8576-AE57-7ADF9E86D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A3DC8-CA0D-684A-0268-83E1AF4DF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DE308-5E9B-9D0C-A582-80FA242D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72F6-E436-CDCF-505F-3C6746B6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ACCBD-8C47-BA9E-0DF0-D0DC6ECB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7422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37E43-A46F-2FE8-B088-8A3EDC7E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1C3F4-C714-B48E-2219-FA4D58008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4F9C3-B842-3229-8980-E61ABB521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23D05-556E-7546-A001-EFEC514A92FF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CA9BA-2BE6-8AA7-319D-50C2CF95A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8C70B-004F-FE58-5468-71223724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43D5F-B816-3347-B629-67AE878D9CF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8438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FDBD-170E-3E29-7723-57CA6C63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0C6B03CD-CB53-00F6-A657-7F6EE0B808AD}"/>
              </a:ext>
            </a:extLst>
          </p:cNvPr>
          <p:cNvSpPr/>
          <p:nvPr/>
        </p:nvSpPr>
        <p:spPr>
          <a:xfrm>
            <a:off x="345432" y="167523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VK Sans Display Medium" pitchFamily="2" charset="0"/>
              </a:rPr>
              <a:t>Executive summary</a:t>
            </a:r>
            <a:endParaRPr lang="ru-RU" sz="1200" b="1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67DA445-56CB-B71D-49E8-C9CAB7B974AA}"/>
              </a:ext>
            </a:extLst>
          </p:cNvPr>
          <p:cNvSpPr/>
          <p:nvPr/>
        </p:nvSpPr>
        <p:spPr>
          <a:xfrm>
            <a:off x="2278486" y="167522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Анализ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4BB2C2E-8534-D131-EE58-269E09C228EE}"/>
              </a:ext>
            </a:extLst>
          </p:cNvPr>
          <p:cNvSpPr/>
          <p:nvPr/>
        </p:nvSpPr>
        <p:spPr>
          <a:xfrm>
            <a:off x="4211540" y="167521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Инициативы</a:t>
            </a: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438B5508-820F-E8AD-50DB-A5DB7280FC15}"/>
              </a:ext>
            </a:extLst>
          </p:cNvPr>
          <p:cNvSpPr/>
          <p:nvPr/>
        </p:nvSpPr>
        <p:spPr>
          <a:xfrm>
            <a:off x="6144594" y="167524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Реализация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E74FE94D-73ED-B5FB-B327-C180F655FD48}"/>
              </a:ext>
            </a:extLst>
          </p:cNvPr>
          <p:cNvSpPr/>
          <p:nvPr/>
        </p:nvSpPr>
        <p:spPr>
          <a:xfrm>
            <a:off x="8077648" y="167520"/>
            <a:ext cx="1846336" cy="3817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Команда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A4DE6F4D-BC99-34EC-7C96-6A2A996EB248}"/>
              </a:ext>
            </a:extLst>
          </p:cNvPr>
          <p:cNvSpPr/>
          <p:nvPr/>
        </p:nvSpPr>
        <p:spPr>
          <a:xfrm>
            <a:off x="10010702" y="167519"/>
            <a:ext cx="1846336" cy="38175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  <a:latin typeface="VK Sans Display Medium" pitchFamily="2" charset="0"/>
              </a:rPr>
              <a:t>Приложение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896F23F-C393-39CE-631D-AD5847C66572}"/>
              </a:ext>
            </a:extLst>
          </p:cNvPr>
          <p:cNvCxnSpPr>
            <a:cxnSpLocks/>
          </p:cNvCxnSpPr>
          <p:nvPr/>
        </p:nvCxnSpPr>
        <p:spPr>
          <a:xfrm>
            <a:off x="334963" y="1157013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9945BB-F5DB-1A63-76DB-E6DF3B6ED217}"/>
              </a:ext>
            </a:extLst>
          </p:cNvPr>
          <p:cNvSpPr txBox="1"/>
          <p:nvPr/>
        </p:nvSpPr>
        <p:spPr>
          <a:xfrm>
            <a:off x="236910" y="555365"/>
            <a:ext cx="11312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VK Sans Display Medium" pitchFamily="2" charset="0"/>
              </a:rPr>
              <a:t>При разработке стратегии также были учтены основные риски и проработаны меры их нивелирования</a:t>
            </a:r>
            <a:r>
              <a:rPr lang="en-US" sz="1600" dirty="0">
                <a:latin typeface="VK Sans Display Medium" pitchFamily="2" charset="0"/>
              </a:rPr>
              <a:t>.</a:t>
            </a:r>
            <a:endParaRPr lang="ru-RU" sz="1600" dirty="0">
              <a:latin typeface="VK Sans Display Medium" pitchFamily="2" charset="0"/>
            </a:endParaRP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Приложение 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.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Матрица рисков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.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473F81E-7755-2FF1-3AC4-32E051A409F2}"/>
              </a:ext>
            </a:extLst>
          </p:cNvPr>
          <p:cNvCxnSpPr>
            <a:cxnSpLocks/>
          </p:cNvCxnSpPr>
          <p:nvPr/>
        </p:nvCxnSpPr>
        <p:spPr>
          <a:xfrm>
            <a:off x="339761" y="6416305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Номер слайда 31">
            <a:extLst>
              <a:ext uri="{FF2B5EF4-FFF2-40B4-BE49-F238E27FC236}">
                <a16:creationId xmlns:a16="http://schemas.microsoft.com/office/drawing/2014/main" id="{9218A9B0-793E-F6A6-8719-48EF887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5051" y="6325355"/>
            <a:ext cx="2743200" cy="365125"/>
          </a:xfrm>
        </p:spPr>
        <p:txBody>
          <a:bodyPr/>
          <a:lstStyle/>
          <a:p>
            <a:fld id="{0CB11CB3-206A-2E4F-ADE7-C94F406C0EE8}" type="slidenum">
              <a:rPr lang="ru-RU" smtClean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1</a:t>
            </a:fld>
            <a:endParaRPr lang="ru-RU">
              <a:solidFill>
                <a:schemeClr val="bg1">
                  <a:lumMod val="50000"/>
                </a:schemeClr>
              </a:solidFill>
              <a:latin typeface="VK Sans Display Medium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C5E3D-B707-72B9-44A9-11102EE7D9C0}"/>
              </a:ext>
            </a:extLst>
          </p:cNvPr>
          <p:cNvSpPr txBox="1"/>
          <p:nvPr/>
        </p:nvSpPr>
        <p:spPr>
          <a:xfrm>
            <a:off x="235945" y="6421108"/>
            <a:ext cx="18020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Источники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: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 Анализ команды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VK Sans Display Medium" pitchFamily="2" charset="0"/>
              </a:rPr>
              <a:t>.</a:t>
            </a:r>
            <a:endParaRPr lang="ru-RU" sz="900" dirty="0">
              <a:solidFill>
                <a:schemeClr val="bg1">
                  <a:lumMod val="50000"/>
                </a:schemeClr>
              </a:solidFill>
              <a:latin typeface="VK Sans Display Medium" pitchFamily="2" charset="0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E50F1D6-B675-B0BC-4CD9-AB27333003EC}"/>
              </a:ext>
            </a:extLst>
          </p:cNvPr>
          <p:cNvSpPr/>
          <p:nvPr/>
        </p:nvSpPr>
        <p:spPr>
          <a:xfrm>
            <a:off x="2211486" y="1572634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E407359-8D57-5B28-F563-7787ED4217DA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1388702" y="1989774"/>
            <a:ext cx="1812227" cy="255947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F7F592F-7EEE-D1DE-E20E-EAE4E8CCCC13}"/>
              </a:ext>
            </a:extLst>
          </p:cNvPr>
          <p:cNvCxnSpPr/>
          <p:nvPr/>
        </p:nvCxnSpPr>
        <p:spPr>
          <a:xfrm flipH="1" flipV="1">
            <a:off x="664917" y="1729949"/>
            <a:ext cx="1415" cy="3954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4EBEE21-1BE5-8FF2-923B-3FA3635F103F}"/>
              </a:ext>
            </a:extLst>
          </p:cNvPr>
          <p:cNvCxnSpPr>
            <a:cxnSpLocks/>
          </p:cNvCxnSpPr>
          <p:nvPr/>
        </p:nvCxnSpPr>
        <p:spPr>
          <a:xfrm>
            <a:off x="664917" y="5684111"/>
            <a:ext cx="43104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664D1EB-0975-E40D-F3F6-F91569DDAE7C}"/>
              </a:ext>
            </a:extLst>
          </p:cNvPr>
          <p:cNvSpPr txBox="1"/>
          <p:nvPr/>
        </p:nvSpPr>
        <p:spPr>
          <a:xfrm rot="16200000">
            <a:off x="-950513" y="3750765"/>
            <a:ext cx="2691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VK Sans Display Medium" pitchFamily="2" charset="0"/>
              </a:rPr>
              <a:t>Вероятность возникновения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95FA5-6DE3-A8F3-2D42-DDDE815A3E6B}"/>
              </a:ext>
            </a:extLst>
          </p:cNvPr>
          <p:cNvSpPr txBox="1"/>
          <p:nvPr/>
        </p:nvSpPr>
        <p:spPr>
          <a:xfrm>
            <a:off x="1940515" y="5723035"/>
            <a:ext cx="1630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VK Sans Display Medium" pitchFamily="2" charset="0"/>
              </a:rPr>
              <a:t>Степень ущерба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5DA953F-7A13-9E26-FCF1-F2BC3FC48827}"/>
              </a:ext>
            </a:extLst>
          </p:cNvPr>
          <p:cNvSpPr/>
          <p:nvPr/>
        </p:nvSpPr>
        <p:spPr>
          <a:xfrm>
            <a:off x="843777" y="1556478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B3CC18CA-1915-1547-D6FE-9FB0BAD39D6A}"/>
              </a:ext>
            </a:extLst>
          </p:cNvPr>
          <p:cNvSpPr/>
          <p:nvPr/>
        </p:nvSpPr>
        <p:spPr>
          <a:xfrm>
            <a:off x="843777" y="2939913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3157EBE3-BC4E-6841-A31D-08F27EA272B7}"/>
              </a:ext>
            </a:extLst>
          </p:cNvPr>
          <p:cNvSpPr/>
          <p:nvPr/>
        </p:nvSpPr>
        <p:spPr>
          <a:xfrm>
            <a:off x="843777" y="4315636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A78C04FC-83EE-2720-1064-D5313E226EEB}"/>
              </a:ext>
            </a:extLst>
          </p:cNvPr>
          <p:cNvSpPr/>
          <p:nvPr/>
        </p:nvSpPr>
        <p:spPr>
          <a:xfrm>
            <a:off x="2211486" y="2956069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70171012-6ACC-4025-6267-C87249DA806F}"/>
              </a:ext>
            </a:extLst>
          </p:cNvPr>
          <p:cNvSpPr/>
          <p:nvPr/>
        </p:nvSpPr>
        <p:spPr>
          <a:xfrm>
            <a:off x="2211486" y="4331792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27431C7C-A1E3-E861-45D1-6BE855D6975B}"/>
              </a:ext>
            </a:extLst>
          </p:cNvPr>
          <p:cNvSpPr/>
          <p:nvPr/>
        </p:nvSpPr>
        <p:spPr>
          <a:xfrm>
            <a:off x="3579195" y="1572634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ABBE97B2-F494-7AB5-0E83-2282A52879F2}"/>
              </a:ext>
            </a:extLst>
          </p:cNvPr>
          <p:cNvSpPr/>
          <p:nvPr/>
        </p:nvSpPr>
        <p:spPr>
          <a:xfrm>
            <a:off x="3579195" y="2956069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D94CD7A9-80A4-B246-433B-A5CDF734024B}"/>
              </a:ext>
            </a:extLst>
          </p:cNvPr>
          <p:cNvSpPr/>
          <p:nvPr/>
        </p:nvSpPr>
        <p:spPr>
          <a:xfrm>
            <a:off x="3579195" y="4331792"/>
            <a:ext cx="1212204" cy="1212204"/>
          </a:xfrm>
          <a:prstGeom prst="roundRect">
            <a:avLst>
              <a:gd name="adj" fmla="val 12590"/>
            </a:avLst>
          </a:prstGeom>
          <a:solidFill>
            <a:srgbClr val="007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95BA65CB-0B95-4646-985E-1E6E8B68729C}"/>
              </a:ext>
            </a:extLst>
          </p:cNvPr>
          <p:cNvSpPr/>
          <p:nvPr/>
        </p:nvSpPr>
        <p:spPr>
          <a:xfrm>
            <a:off x="3573602" y="2998985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1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F3D43EFA-6057-A354-583D-8347A03F1074}"/>
              </a:ext>
            </a:extLst>
          </p:cNvPr>
          <p:cNvSpPr/>
          <p:nvPr/>
        </p:nvSpPr>
        <p:spPr>
          <a:xfrm>
            <a:off x="3816788" y="1795886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7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299A13B0-021B-CEC8-4837-D9B04F29E39B}"/>
              </a:ext>
            </a:extLst>
          </p:cNvPr>
          <p:cNvSpPr/>
          <p:nvPr/>
        </p:nvSpPr>
        <p:spPr>
          <a:xfrm>
            <a:off x="2925240" y="1696317"/>
            <a:ext cx="55137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10</a:t>
            </a: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3B6A3A4E-896D-7F7C-B99D-8DCCB8030DDC}"/>
              </a:ext>
            </a:extLst>
          </p:cNvPr>
          <p:cNvSpPr/>
          <p:nvPr/>
        </p:nvSpPr>
        <p:spPr>
          <a:xfrm>
            <a:off x="4199441" y="3778476"/>
            <a:ext cx="55137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11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A514252A-7514-110B-E117-133E2F137F82}"/>
              </a:ext>
            </a:extLst>
          </p:cNvPr>
          <p:cNvSpPr/>
          <p:nvPr/>
        </p:nvSpPr>
        <p:spPr>
          <a:xfrm>
            <a:off x="4129058" y="4938304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8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AB57D87F-EFA7-209C-17C1-E5D23AE82618}"/>
              </a:ext>
            </a:extLst>
          </p:cNvPr>
          <p:cNvSpPr/>
          <p:nvPr/>
        </p:nvSpPr>
        <p:spPr>
          <a:xfrm>
            <a:off x="3972676" y="3059742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2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2B8EF9C1-8DB8-4186-11F5-168059BB2D4A}"/>
              </a:ext>
            </a:extLst>
          </p:cNvPr>
          <p:cNvSpPr/>
          <p:nvPr/>
        </p:nvSpPr>
        <p:spPr>
          <a:xfrm>
            <a:off x="4050345" y="4431414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3</a:t>
            </a: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E2872635-0092-0949-B951-8E844265457C}"/>
              </a:ext>
            </a:extLst>
          </p:cNvPr>
          <p:cNvSpPr/>
          <p:nvPr/>
        </p:nvSpPr>
        <p:spPr>
          <a:xfrm>
            <a:off x="2366842" y="1781217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6</a:t>
            </a: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D2A4B9E4-4DCF-6EE1-AD30-9C75850C2CBF}"/>
              </a:ext>
            </a:extLst>
          </p:cNvPr>
          <p:cNvSpPr/>
          <p:nvPr/>
        </p:nvSpPr>
        <p:spPr>
          <a:xfrm>
            <a:off x="2408565" y="3169095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4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BEDB0A9-9305-4509-88E0-3DE4241922FF}"/>
              </a:ext>
            </a:extLst>
          </p:cNvPr>
          <p:cNvSpPr/>
          <p:nvPr/>
        </p:nvSpPr>
        <p:spPr>
          <a:xfrm>
            <a:off x="2832478" y="2162580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9</a:t>
            </a: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1C167C70-027C-00B8-10D1-A95718330AD8}"/>
              </a:ext>
            </a:extLst>
          </p:cNvPr>
          <p:cNvSpPr/>
          <p:nvPr/>
        </p:nvSpPr>
        <p:spPr>
          <a:xfrm>
            <a:off x="4154650" y="3378605"/>
            <a:ext cx="293457" cy="2934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VK Sans Display Medium" pitchFamily="2" charset="0"/>
              </a:rPr>
              <a:t>5</a:t>
            </a:r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D08FFF26-D463-97A5-0B54-C785CB08B865}"/>
              </a:ext>
            </a:extLst>
          </p:cNvPr>
          <p:cNvSpPr/>
          <p:nvPr/>
        </p:nvSpPr>
        <p:spPr>
          <a:xfrm>
            <a:off x="5706579" y="1447874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51" name="Скругленный прямоугольник 50">
            <a:extLst>
              <a:ext uri="{FF2B5EF4-FFF2-40B4-BE49-F238E27FC236}">
                <a16:creationId xmlns:a16="http://schemas.microsoft.com/office/drawing/2014/main" id="{1E4E7AD6-5374-EF29-27C5-E7AA17641437}"/>
              </a:ext>
            </a:extLst>
          </p:cNvPr>
          <p:cNvSpPr/>
          <p:nvPr/>
        </p:nvSpPr>
        <p:spPr>
          <a:xfrm>
            <a:off x="5340385" y="1452153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K Sans Display Medium" pitchFamily="2" charset="0"/>
              </a:rPr>
              <a:t>1</a:t>
            </a:r>
            <a:endParaRPr lang="ru-RU" b="1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70B22EB8-12BA-6907-5281-2F80C2C5543F}"/>
              </a:ext>
            </a:extLst>
          </p:cNvPr>
          <p:cNvSpPr/>
          <p:nvPr/>
        </p:nvSpPr>
        <p:spPr>
          <a:xfrm>
            <a:off x="5706579" y="1897317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E6EC028E-251F-AD97-4D2E-837ADFFBCCA9}"/>
              </a:ext>
            </a:extLst>
          </p:cNvPr>
          <p:cNvSpPr/>
          <p:nvPr/>
        </p:nvSpPr>
        <p:spPr>
          <a:xfrm>
            <a:off x="5340385" y="1901596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2</a:t>
            </a:r>
          </a:p>
        </p:txBody>
      </p:sp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4CE81F7E-6131-39AA-586A-DC9539EC589A}"/>
              </a:ext>
            </a:extLst>
          </p:cNvPr>
          <p:cNvSpPr/>
          <p:nvPr/>
        </p:nvSpPr>
        <p:spPr>
          <a:xfrm>
            <a:off x="5706579" y="2346760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57" name="Скругленный прямоугольник 56">
            <a:extLst>
              <a:ext uri="{FF2B5EF4-FFF2-40B4-BE49-F238E27FC236}">
                <a16:creationId xmlns:a16="http://schemas.microsoft.com/office/drawing/2014/main" id="{4ACD9E1C-2A58-AF30-4397-42371AB589C1}"/>
              </a:ext>
            </a:extLst>
          </p:cNvPr>
          <p:cNvSpPr/>
          <p:nvPr/>
        </p:nvSpPr>
        <p:spPr>
          <a:xfrm>
            <a:off x="5340385" y="2351039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3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84920E2E-C3A2-207E-07FF-1D00124128F5}"/>
              </a:ext>
            </a:extLst>
          </p:cNvPr>
          <p:cNvSpPr/>
          <p:nvPr/>
        </p:nvSpPr>
        <p:spPr>
          <a:xfrm>
            <a:off x="5706579" y="2796203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60" name="Скругленный прямоугольник 59">
            <a:extLst>
              <a:ext uri="{FF2B5EF4-FFF2-40B4-BE49-F238E27FC236}">
                <a16:creationId xmlns:a16="http://schemas.microsoft.com/office/drawing/2014/main" id="{4150E9BB-9E81-7B0A-9C54-D0ED0874C77D}"/>
              </a:ext>
            </a:extLst>
          </p:cNvPr>
          <p:cNvSpPr/>
          <p:nvPr/>
        </p:nvSpPr>
        <p:spPr>
          <a:xfrm>
            <a:off x="5340385" y="2800482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4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65F7808B-E468-0EEF-BED3-D420C8FC5531}"/>
              </a:ext>
            </a:extLst>
          </p:cNvPr>
          <p:cNvSpPr/>
          <p:nvPr/>
        </p:nvSpPr>
        <p:spPr>
          <a:xfrm>
            <a:off x="5706579" y="3245646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63" name="Скругленный прямоугольник 62">
            <a:extLst>
              <a:ext uri="{FF2B5EF4-FFF2-40B4-BE49-F238E27FC236}">
                <a16:creationId xmlns:a16="http://schemas.microsoft.com/office/drawing/2014/main" id="{57173A74-0FA3-5B20-492E-B38A7D650059}"/>
              </a:ext>
            </a:extLst>
          </p:cNvPr>
          <p:cNvSpPr/>
          <p:nvPr/>
        </p:nvSpPr>
        <p:spPr>
          <a:xfrm>
            <a:off x="5340385" y="3249925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5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ADD4749-8F9F-6987-C545-AF6654449864}"/>
              </a:ext>
            </a:extLst>
          </p:cNvPr>
          <p:cNvSpPr/>
          <p:nvPr/>
        </p:nvSpPr>
        <p:spPr>
          <a:xfrm>
            <a:off x="5706579" y="3695089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66" name="Скругленный прямоугольник 65">
            <a:extLst>
              <a:ext uri="{FF2B5EF4-FFF2-40B4-BE49-F238E27FC236}">
                <a16:creationId xmlns:a16="http://schemas.microsoft.com/office/drawing/2014/main" id="{8784CA25-F7E5-6A60-A8BB-7C264FDC6D4D}"/>
              </a:ext>
            </a:extLst>
          </p:cNvPr>
          <p:cNvSpPr/>
          <p:nvPr/>
        </p:nvSpPr>
        <p:spPr>
          <a:xfrm>
            <a:off x="5340385" y="3699368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6</a:t>
            </a:r>
          </a:p>
        </p:txBody>
      </p:sp>
      <p:sp>
        <p:nvSpPr>
          <p:cNvPr id="68" name="Скругленный прямоугольник 67">
            <a:extLst>
              <a:ext uri="{FF2B5EF4-FFF2-40B4-BE49-F238E27FC236}">
                <a16:creationId xmlns:a16="http://schemas.microsoft.com/office/drawing/2014/main" id="{DDFF26F9-1F03-6EE9-08A6-E274330654C7}"/>
              </a:ext>
            </a:extLst>
          </p:cNvPr>
          <p:cNvSpPr/>
          <p:nvPr/>
        </p:nvSpPr>
        <p:spPr>
          <a:xfrm>
            <a:off x="5706579" y="4144532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69" name="Скругленный прямоугольник 68">
            <a:extLst>
              <a:ext uri="{FF2B5EF4-FFF2-40B4-BE49-F238E27FC236}">
                <a16:creationId xmlns:a16="http://schemas.microsoft.com/office/drawing/2014/main" id="{E9DF2371-A01F-7298-5F6A-6410D74C9468}"/>
              </a:ext>
            </a:extLst>
          </p:cNvPr>
          <p:cNvSpPr/>
          <p:nvPr/>
        </p:nvSpPr>
        <p:spPr>
          <a:xfrm>
            <a:off x="5340385" y="4148811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7</a:t>
            </a:r>
          </a:p>
        </p:txBody>
      </p:sp>
      <p:sp>
        <p:nvSpPr>
          <p:cNvPr id="71" name="Скругленный прямоугольник 70">
            <a:extLst>
              <a:ext uri="{FF2B5EF4-FFF2-40B4-BE49-F238E27FC236}">
                <a16:creationId xmlns:a16="http://schemas.microsoft.com/office/drawing/2014/main" id="{865E53D4-0C33-52C1-26CC-70F868FFA1A4}"/>
              </a:ext>
            </a:extLst>
          </p:cNvPr>
          <p:cNvSpPr/>
          <p:nvPr/>
        </p:nvSpPr>
        <p:spPr>
          <a:xfrm>
            <a:off x="5706579" y="4593975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3629012-6A4C-A851-4387-8187506C9EC5}"/>
              </a:ext>
            </a:extLst>
          </p:cNvPr>
          <p:cNvSpPr/>
          <p:nvPr/>
        </p:nvSpPr>
        <p:spPr>
          <a:xfrm>
            <a:off x="5340385" y="4598254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8</a:t>
            </a:r>
          </a:p>
        </p:txBody>
      </p:sp>
      <p:sp>
        <p:nvSpPr>
          <p:cNvPr id="74" name="Скругленный прямоугольник 73">
            <a:extLst>
              <a:ext uri="{FF2B5EF4-FFF2-40B4-BE49-F238E27FC236}">
                <a16:creationId xmlns:a16="http://schemas.microsoft.com/office/drawing/2014/main" id="{A30B7D11-2565-FE9C-AA6B-C2D3FCBA87E9}"/>
              </a:ext>
            </a:extLst>
          </p:cNvPr>
          <p:cNvSpPr/>
          <p:nvPr/>
        </p:nvSpPr>
        <p:spPr>
          <a:xfrm>
            <a:off x="5706579" y="5043418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75" name="Скругленный прямоугольник 74">
            <a:extLst>
              <a:ext uri="{FF2B5EF4-FFF2-40B4-BE49-F238E27FC236}">
                <a16:creationId xmlns:a16="http://schemas.microsoft.com/office/drawing/2014/main" id="{7BDC74B8-2324-CFE2-2976-BF6130E341A5}"/>
              </a:ext>
            </a:extLst>
          </p:cNvPr>
          <p:cNvSpPr/>
          <p:nvPr/>
        </p:nvSpPr>
        <p:spPr>
          <a:xfrm>
            <a:off x="5340385" y="5047697"/>
            <a:ext cx="313267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9</a:t>
            </a:r>
          </a:p>
        </p:txBody>
      </p:sp>
      <p:sp>
        <p:nvSpPr>
          <p:cNvPr id="77" name="Скругленный прямоугольник 76">
            <a:extLst>
              <a:ext uri="{FF2B5EF4-FFF2-40B4-BE49-F238E27FC236}">
                <a16:creationId xmlns:a16="http://schemas.microsoft.com/office/drawing/2014/main" id="{30FE125F-3068-CF3F-4A8B-4A2092C36897}"/>
              </a:ext>
            </a:extLst>
          </p:cNvPr>
          <p:cNvSpPr/>
          <p:nvPr/>
        </p:nvSpPr>
        <p:spPr>
          <a:xfrm>
            <a:off x="5706579" y="5492861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00" dirty="0">
                <a:solidFill>
                  <a:schemeClr val="tx1"/>
                </a:solidFill>
                <a:latin typeface="VK Sans Display Medium" pitchFamily="2" charset="0"/>
              </a:rPr>
              <a:t>.</a:t>
            </a:r>
          </a:p>
        </p:txBody>
      </p:sp>
      <p:sp>
        <p:nvSpPr>
          <p:cNvPr id="78" name="Скругленный прямоугольник 77">
            <a:extLst>
              <a:ext uri="{FF2B5EF4-FFF2-40B4-BE49-F238E27FC236}">
                <a16:creationId xmlns:a16="http://schemas.microsoft.com/office/drawing/2014/main" id="{E2544533-4DFB-6CC6-B8F0-58ED7BE472B9}"/>
              </a:ext>
            </a:extLst>
          </p:cNvPr>
          <p:cNvSpPr/>
          <p:nvPr/>
        </p:nvSpPr>
        <p:spPr>
          <a:xfrm>
            <a:off x="5160327" y="5497140"/>
            <a:ext cx="493326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10</a:t>
            </a:r>
          </a:p>
        </p:txBody>
      </p:sp>
      <p:sp>
        <p:nvSpPr>
          <p:cNvPr id="80" name="Скругленный прямоугольник 79">
            <a:extLst>
              <a:ext uri="{FF2B5EF4-FFF2-40B4-BE49-F238E27FC236}">
                <a16:creationId xmlns:a16="http://schemas.microsoft.com/office/drawing/2014/main" id="{9E390444-1C74-8456-E359-78BDEBF169B4}"/>
              </a:ext>
            </a:extLst>
          </p:cNvPr>
          <p:cNvSpPr/>
          <p:nvPr/>
        </p:nvSpPr>
        <p:spPr>
          <a:xfrm>
            <a:off x="5706579" y="5942308"/>
            <a:ext cx="2969526" cy="351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700" dirty="0">
              <a:solidFill>
                <a:schemeClr val="tx1"/>
              </a:solidFill>
              <a:latin typeface="VK Sans Display Medium" pitchFamily="2" charset="0"/>
            </a:endParaRPr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91C94868-5C29-0645-0AA8-6D50FDAD274D}"/>
              </a:ext>
            </a:extLst>
          </p:cNvPr>
          <p:cNvSpPr/>
          <p:nvPr/>
        </p:nvSpPr>
        <p:spPr>
          <a:xfrm>
            <a:off x="5160327" y="5946587"/>
            <a:ext cx="493325" cy="34824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K Sans Display Medium" pitchFamily="2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VK Sans Display Medium" pitchFamily="2" charset="0"/>
              </a:rPr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EE6C6A-8CD5-6E37-C23B-86E85ACDEF8B}"/>
              </a:ext>
            </a:extLst>
          </p:cNvPr>
          <p:cNvSpPr txBox="1"/>
          <p:nvPr/>
        </p:nvSpPr>
        <p:spPr>
          <a:xfrm>
            <a:off x="5637498" y="1214124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VK Sans Display Medium" pitchFamily="2" charset="0"/>
              </a:rPr>
              <a:t>Риск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DC157E-18B7-FA4F-B32B-A2B17B15F816}"/>
              </a:ext>
            </a:extLst>
          </p:cNvPr>
          <p:cNvSpPr txBox="1"/>
          <p:nvPr/>
        </p:nvSpPr>
        <p:spPr>
          <a:xfrm>
            <a:off x="8753345" y="1213354"/>
            <a:ext cx="1572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dirty="0">
                <a:latin typeface="VK Sans Display Medium" pitchFamily="2" charset="0"/>
              </a:rPr>
              <a:t>Мера нивелирования</a:t>
            </a:r>
          </a:p>
        </p:txBody>
      </p: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A8BD849A-B6EC-21DC-8EBA-D2CBD6EB20ED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3720330" y="3292442"/>
            <a:ext cx="1" cy="1515838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3D4FC20F-FB82-48BE-B23D-BE5DE28B8D66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2979206" y="3353199"/>
            <a:ext cx="1140199" cy="1200937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A6211C9F-A58E-912B-E4CE-F5DB8FE898AE}"/>
              </a:ext>
            </a:extLst>
          </p:cNvPr>
          <p:cNvCxnSpPr>
            <a:cxnSpLocks/>
            <a:stCxn id="46" idx="4"/>
          </p:cNvCxnSpPr>
          <p:nvPr/>
        </p:nvCxnSpPr>
        <p:spPr>
          <a:xfrm flipH="1">
            <a:off x="3125935" y="3672062"/>
            <a:ext cx="1175444" cy="1027196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7F110AE4-678D-6EF6-A79D-70492B10B96C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4475130" y="4071933"/>
            <a:ext cx="0" cy="620864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137BCF43-4D95-FC59-2C1F-DAF76E3694D4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1531768" y="4578143"/>
            <a:ext cx="2518577" cy="0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DAE27DC3-3952-A0DB-E09E-B5EE5FA58510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1600827" y="5085032"/>
            <a:ext cx="2528231" cy="1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F1FBD257-E3D3-504A-535D-8325742D780B}"/>
              </a:ext>
            </a:extLst>
          </p:cNvPr>
          <p:cNvCxnSpPr>
            <a:cxnSpLocks/>
            <a:stCxn id="44" idx="4"/>
          </p:cNvCxnSpPr>
          <p:nvPr/>
        </p:nvCxnSpPr>
        <p:spPr>
          <a:xfrm flipH="1">
            <a:off x="2555293" y="3462552"/>
            <a:ext cx="1" cy="1402434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6D025FF1-3568-50E6-EE60-7C4E6205E293}"/>
              </a:ext>
            </a:extLst>
          </p:cNvPr>
          <p:cNvCxnSpPr>
            <a:cxnSpLocks/>
            <a:stCxn id="43" idx="4"/>
          </p:cNvCxnSpPr>
          <p:nvPr/>
        </p:nvCxnSpPr>
        <p:spPr>
          <a:xfrm flipH="1">
            <a:off x="1641047" y="2074674"/>
            <a:ext cx="872524" cy="1151232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AC10FF23-43F4-7ABE-2909-FC22D15842B3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2979207" y="2456037"/>
            <a:ext cx="11729" cy="885974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4044359E-1B94-34E0-253E-91A84EF26668}"/>
              </a:ext>
            </a:extLst>
          </p:cNvPr>
          <p:cNvCxnSpPr>
            <a:cxnSpLocks/>
            <a:stCxn id="37" idx="4"/>
          </p:cNvCxnSpPr>
          <p:nvPr/>
        </p:nvCxnSpPr>
        <p:spPr>
          <a:xfrm flipH="1">
            <a:off x="3239798" y="2089343"/>
            <a:ext cx="723719" cy="1117127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2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VK Sans Display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2026-04-03T09:40:35Z</dcterms:created>
  <dcterms:modified xsi:type="dcterms:W3CDTF">2026-04-03T09:40:57Z</dcterms:modified>
</cp:coreProperties>
</file>