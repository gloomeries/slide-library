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orient="horz" pos="4088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FAC"/>
    <a:srgbClr val="B2E4A1"/>
    <a:srgbClr val="5AC334"/>
    <a:srgbClr val="4EA92D"/>
    <a:srgbClr val="51AF30"/>
    <a:srgbClr val="4EA92E"/>
    <a:srgbClr val="5AC433"/>
    <a:srgbClr val="8ED973"/>
    <a:srgbClr val="D9F1CF"/>
    <a:srgbClr val="E5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7"/>
    <p:restoredTop sz="94779"/>
  </p:normalViewPr>
  <p:slideViewPr>
    <p:cSldViewPr snapToGrid="0">
      <p:cViewPr varScale="1">
        <p:scale>
          <a:sx n="107" d="100"/>
          <a:sy n="107" d="100"/>
        </p:scale>
        <p:origin x="368" y="168"/>
      </p:cViewPr>
      <p:guideLst>
        <p:guide orient="horz" pos="777"/>
        <p:guide orient="horz" pos="4088"/>
        <p:guide pos="7423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61480-F450-D340-8DBB-50CC9BF1543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19940-0A10-5F4B-AE89-3A150259C39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549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725E-3A1A-DAFC-B0C6-C77AC41AD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CAA21-DE6F-3B8F-B6E6-F1E2747FB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AAAF4-0451-D881-04BF-A78AB58DF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4FA41-52C2-16AC-D716-B38C34EF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83192-666F-B3D3-8D3F-556CABDF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369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593F-01BF-78B6-D148-A41AD597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371C8-216C-38AD-1E04-997680C9B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F1FE7-9377-DBE6-F926-BA1F2A19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10C2C-93D6-3A16-28E4-1F356D70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15A65-7464-4A68-2029-76420AB2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8030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32EC-7DC9-2942-4710-66F79154D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A8591-B79A-64E1-3EAA-C16BB7BC5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162FE-DEFC-0C42-CC27-C2C8F2AB1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FE904-D5E6-D5E8-15E0-AFA2123BF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0D919-5478-BD95-B2F6-FDBF50D1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39029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4F12-0783-D8D4-E87D-D8C2127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872A-58B8-E7AF-E5C5-83817E5A2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90F82-494B-4785-7241-359D97EC3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746E6-DF6B-113C-90B9-67CAB342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1D236-3785-B2A7-16DB-A916533B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116C4-6CC1-D584-6267-76FDA459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560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BE93-60CB-8BBF-232B-8A6E168C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EF2BE-CCCD-08E5-38AE-654D63EDF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084B0-0EDB-3E9A-081C-1D630EAC5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6179F-012E-F25D-28DF-6511D71B6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7E0AB-789A-8AE4-38B8-178EB76BB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A9CE46-7513-A4BC-6D7F-37DF5048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C171A-C3BC-C85D-2972-10D2673B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2317FB-36C4-1045-44DF-4B846C83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4263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E460C-AE80-82FE-167E-B77A2B35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A7430-4662-B32B-28ED-B37A1A27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1BB22-9C08-F6AF-34B5-7B4BBE835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9C954-5233-0F64-99D3-134FBC36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5163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CF0D79-81B8-CA49-3117-ADD66765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DF82E-0473-D993-71F7-E821D006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FC7CD-A68E-AE67-03BA-701C551B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8711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5632-52EF-7476-A325-6C5DE223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E8A60-17C7-8E60-FECA-1363D5BD8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693F7-5C27-F0C2-3036-04AA69BB7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0D6C2-AE4E-A8EA-F6A3-C7B422E1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9B6CC-1803-A56B-B0A6-39D23EE65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7347B-7EAF-1BBD-CBC8-32BD5C3F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4619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9275-A23D-84D9-9041-09BE29BE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EAFF7-7226-D041-CC44-FD05DDE88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D9A0E-6513-FA99-08EB-8BCADB8C5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7F355-C884-9199-6FA6-C06FF228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2EACB-8C4A-9886-F096-5B7FC349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9BF77-ECAF-C02C-33AA-B6F434EC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7393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7631C-07A0-9D8D-1E0B-CF548B31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56212-DE88-8BDB-452A-4217A5227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96DB2-B81F-4409-71DA-975807B3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EF5EF-ADF3-9922-A21D-897C05E6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1366A-C847-5104-7239-E6B4F49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02889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1FD8E-AEC4-AE4C-B393-ABAFC9C2E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03C3A-5725-20A8-9814-AF356C9A1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55144-05B0-0D14-BA5B-4333D67F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2EFD6-0C19-06D1-4108-0A0ED2B1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9BC0D-324D-EB25-73A3-1CAD1FEF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3050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C97D1-98A9-2448-4720-D80789D1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D7A6F-E931-437B-3B42-CE2A8650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C30A9-1918-7E2C-2089-4BB8A75E4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355E5-C066-9043-A0C0-C7F60F15B702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0EA77-BB53-A7CF-5C71-E16DBC984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87E2C-4338-B0FD-5DD8-9E13E151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89518-FA0B-4742-B1C2-77293B4911A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0796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295D-CE5A-2DB0-FC94-65538B3C4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36" y="611194"/>
            <a:ext cx="11057137" cy="23876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latin typeface="Century Gothic" panose="020B0502020202020204" pitchFamily="34" charset="0"/>
              </a:rPr>
              <a:t>Внедрение маркировки «Честный знак» </a:t>
            </a:r>
            <a:br>
              <a:rPr lang="ru-RU" dirty="0">
                <a:latin typeface="Century Gothic" panose="020B0502020202020204" pitchFamily="34" charset="0"/>
              </a:rPr>
            </a:br>
            <a:r>
              <a:rPr lang="ru-RU" sz="4000" dirty="0">
                <a:latin typeface="Century Gothic" panose="020B0502020202020204" pitchFamily="34" charset="0"/>
              </a:rPr>
              <a:t>на средства для стирки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ru-RU" dirty="0">
                <a:latin typeface="Century Gothic" panose="020B0502020202020204" pitchFamily="34" charset="0"/>
              </a:rPr>
              <a:t> </a:t>
            </a:r>
            <a:endParaRPr lang="en-RU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535FC-A333-1D88-2CF3-6E54D9FA3B51}"/>
              </a:ext>
            </a:extLst>
          </p:cNvPr>
          <p:cNvSpPr txBox="1"/>
          <p:nvPr/>
        </p:nvSpPr>
        <p:spPr>
          <a:xfrm>
            <a:off x="313132" y="2767280"/>
            <a:ext cx="95571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entury Gothic" panose="020B0502020202020204" pitchFamily="34" charset="0"/>
              </a:rPr>
              <a:t>Name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Name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Name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Name</a:t>
            </a:r>
          </a:p>
        </p:txBody>
      </p:sp>
      <p:pic>
        <p:nvPicPr>
          <p:cNvPr id="1030" name="Picture 6" descr="P&amp;G Logo, symbol, meaning, history, PNG, brand">
            <a:extLst>
              <a:ext uri="{FF2B5EF4-FFF2-40B4-BE49-F238E27FC236}">
                <a16:creationId xmlns:a16="http://schemas.microsoft.com/office/drawing/2014/main" id="{04DBA532-D22E-04EF-2539-D38FA854B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254" y="4090719"/>
            <a:ext cx="4438459" cy="249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67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17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Century Gothic</vt:lpstr>
      <vt:lpstr>Office Theme</vt:lpstr>
      <vt:lpstr>Внедрение маркировки «Честный знак»  на средства для стирки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Sofiia Otradnova</dc:creator>
  <cp:lastModifiedBy>asus</cp:lastModifiedBy>
  <cp:revision>7</cp:revision>
  <dcterms:created xsi:type="dcterms:W3CDTF">2025-09-28T15:37:24Z</dcterms:created>
  <dcterms:modified xsi:type="dcterms:W3CDTF">2026-04-03T09:58:16Z</dcterms:modified>
</cp:coreProperties>
</file>