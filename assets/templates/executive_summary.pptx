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E103F-7931-114C-9A35-72F2B4B5C68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63B88-923E-9342-BBD1-BDBFAA47C89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2317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4D9F-9CC3-0248-85CB-986D1AD6F10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23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6D1E-2AB5-9CA1-C610-DC83012DD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4844E-A383-05CA-FF82-88244851D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AD32D-392F-B9BE-491C-6131017A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B245B-040B-3B16-77A2-E22164EB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59076-4A3B-CB3A-B9B8-131EE7E7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7917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8C01-FDDD-09BE-EE77-02991505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4B70-D4C6-BF16-EF19-07C753781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08DB4-54CE-EA70-B8D8-EACCE1B82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F3E1A-581F-786F-9128-BA536F5E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B35BB-AEE7-6892-6A8C-6A1F19EB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92983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247A-5399-0589-D030-D1401ACB5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B36A7-AD7B-552B-66B1-05F5D6AC1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4819F-2510-96AE-ED98-27770E2A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8C407-5279-988F-C667-6C9ABC82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0A54E-EBED-8FCE-54DE-C64C3EED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4738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89E4-870A-6D98-30C5-4B6A87F4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D076-6B84-BC9B-2282-9EA9280B7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55ABF-B1F1-5AF2-518C-A9181F007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DC191-403F-2F45-0FEC-E1D48990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42B12-B2B8-D3EB-AEE2-FBF37F6A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F05D3-03E9-BD13-ADBF-556D7C07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323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08DD-335F-A56F-291E-19C52876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D7F1F-F9F9-F71F-2DAA-D8ED9D1EA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F87C4-534A-195B-AFAB-404B282F4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C7377-C022-EDAA-5B41-47FD99353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4A3BB-F92A-B755-4ED1-E93D19017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EB923-0822-5AFE-0F07-73C3E68C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576B4-AD31-AD04-1E05-950855A3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60016-FCD2-32EC-6DA7-92CCF8E1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668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D71D-6042-07AE-33C3-0DD64412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59BB9-0AF1-853F-CB7A-CB63EB9E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04026-A2DC-D81B-1DC9-01C0BAF2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2EA1E-8B1B-042A-77A8-4170931E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9257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D3CC1-A40A-B17B-D6B3-1A81D51C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4D6BA-8A1B-EF41-4FB7-5BAC78C8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1ED40-4AAA-7E75-7426-69A31CA6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9383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CEF5-54D8-B068-42E7-D04B1387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DA65A-08D6-2FE9-3AFD-9946F9630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A0904-A19F-7CAA-EAA5-EF62386C8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DDE1E-CED5-2FCD-6983-0CDCFFE1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535BA-6C83-92C9-02E6-8444C8E3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663D1-F999-2E8B-DE12-2D6A29D9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9496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CD751-FED7-C100-AACF-9B46725C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E9CE2-4635-161E-DA09-A3E9CB3C7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2C74B-6590-518C-1ACF-ADB6C5D93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1F5C7-626E-30C2-6454-116BA79D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D0077-EDCC-E110-66E8-D6270C77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51802-0D55-C3C0-0442-3BF0739F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3651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7C86-ABA6-20DF-0805-68848FB4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1C44C-2AC6-ECE8-D235-7D1C030B8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12A6E-660B-FCFF-AE60-C583829E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E0830-805B-933F-D4C0-3E49238B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BC79-5001-6736-6B41-97E2A0DE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292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B8038-97AA-DE59-81F8-88EB8169C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925ED-DE6B-D098-6194-9648C5D6E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86DBB-9613-5CE2-9A12-40B6841A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CF37-18D6-12A7-CF17-2036D934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08DC-0A67-DECB-12E6-B9749684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3507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7BE86-4B36-C4BF-AE26-11F8D5D1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E11D0-A914-A945-AB18-2E8A012CC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579A4-AEF9-5390-5BCF-8746EA689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78B57-81CE-E744-8E67-4D612BE335DC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9D5DD-AB93-EACC-1886-9A1EFC673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B5E0B-CFF7-8878-8A8D-F10A272F4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799D8-E2D1-8249-A404-678449CA68C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472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B1C86-1403-C35D-E3E3-355F1A4F3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46E0D72-55BA-D5E8-F772-CBA66D3709C2}"/>
              </a:ext>
            </a:extLst>
          </p:cNvPr>
          <p:cNvSpPr/>
          <p:nvPr/>
        </p:nvSpPr>
        <p:spPr>
          <a:xfrm>
            <a:off x="345432" y="167523"/>
            <a:ext cx="1846336" cy="38175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VK Sans Display Medium" pitchFamily="2" charset="0"/>
              </a:rPr>
              <a:t>Executive summary</a:t>
            </a:r>
            <a:endParaRPr lang="ru-RU" sz="1200" b="1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70B397D1-0331-5CE7-53B5-E957B1A27B5B}"/>
              </a:ext>
            </a:extLst>
          </p:cNvPr>
          <p:cNvSpPr/>
          <p:nvPr/>
        </p:nvSpPr>
        <p:spPr>
          <a:xfrm>
            <a:off x="2278486" y="167522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Анализ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91AB6B7E-13C5-E7EC-855E-3DBB830D0438}"/>
              </a:ext>
            </a:extLst>
          </p:cNvPr>
          <p:cNvSpPr/>
          <p:nvPr/>
        </p:nvSpPr>
        <p:spPr>
          <a:xfrm>
            <a:off x="4211540" y="167521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Инициативы</a:t>
            </a: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1E69CAD8-1873-3320-D43F-F66B4055CB0C}"/>
              </a:ext>
            </a:extLst>
          </p:cNvPr>
          <p:cNvSpPr/>
          <p:nvPr/>
        </p:nvSpPr>
        <p:spPr>
          <a:xfrm>
            <a:off x="6144594" y="167524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Реализация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ED405FC8-5AE9-111D-0AB7-DD65F9DA4422}"/>
              </a:ext>
            </a:extLst>
          </p:cNvPr>
          <p:cNvSpPr/>
          <p:nvPr/>
        </p:nvSpPr>
        <p:spPr>
          <a:xfrm>
            <a:off x="8077648" y="167520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Команда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ECEBDDFE-A659-FF7D-949C-296BC71E5785}"/>
              </a:ext>
            </a:extLst>
          </p:cNvPr>
          <p:cNvSpPr/>
          <p:nvPr/>
        </p:nvSpPr>
        <p:spPr>
          <a:xfrm>
            <a:off x="10010702" y="167519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Приложение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E331C63-DB0B-E6C3-4BED-6CAE6320CE82}"/>
              </a:ext>
            </a:extLst>
          </p:cNvPr>
          <p:cNvCxnSpPr>
            <a:cxnSpLocks/>
          </p:cNvCxnSpPr>
          <p:nvPr/>
        </p:nvCxnSpPr>
        <p:spPr>
          <a:xfrm>
            <a:off x="346485" y="6308725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94BA02E0-F60B-E361-A5A2-A630E11FB1B0}"/>
              </a:ext>
            </a:extLst>
          </p:cNvPr>
          <p:cNvSpPr/>
          <p:nvPr/>
        </p:nvSpPr>
        <p:spPr>
          <a:xfrm>
            <a:off x="9302638" y="1492876"/>
            <a:ext cx="2558227" cy="3332494"/>
          </a:xfrm>
          <a:prstGeom prst="roundRect">
            <a:avLst>
              <a:gd name="adj" fmla="val 6346"/>
            </a:avLst>
          </a:prstGeom>
          <a:solidFill>
            <a:srgbClr val="0077FF"/>
          </a:solidFill>
          <a:ln>
            <a:solidFill>
              <a:srgbClr val="007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6F059E-58E2-1C09-65FE-938D2B9C8D2B}"/>
              </a:ext>
            </a:extLst>
          </p:cNvPr>
          <p:cNvSpPr txBox="1"/>
          <p:nvPr/>
        </p:nvSpPr>
        <p:spPr>
          <a:xfrm>
            <a:off x="9303983" y="1185799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VK Sans Display Medium" pitchFamily="2" charset="0"/>
              </a:rPr>
              <a:t>Эффект на каждый сервис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1D5841-DA35-2305-A09B-8BF6B87EF0CA}"/>
              </a:ext>
            </a:extLst>
          </p:cNvPr>
          <p:cNvSpPr txBox="1"/>
          <p:nvPr/>
        </p:nvSpPr>
        <p:spPr>
          <a:xfrm>
            <a:off x="10093666" y="1554406"/>
            <a:ext cx="1005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VK Sans Display Medium" pitchFamily="2" charset="0"/>
              </a:rPr>
              <a:t>N%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876F14-867D-0BF7-4421-0244C90DAB5B}"/>
              </a:ext>
            </a:extLst>
          </p:cNvPr>
          <p:cNvSpPr txBox="1"/>
          <p:nvPr/>
        </p:nvSpPr>
        <p:spPr>
          <a:xfrm>
            <a:off x="10093666" y="2575257"/>
            <a:ext cx="1005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VK Sans Display Medium" pitchFamily="2" charset="0"/>
              </a:rPr>
              <a:t>N%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D333D3-76AD-6471-3966-0EAE0D6CB139}"/>
              </a:ext>
            </a:extLst>
          </p:cNvPr>
          <p:cNvSpPr txBox="1"/>
          <p:nvPr/>
        </p:nvSpPr>
        <p:spPr>
          <a:xfrm>
            <a:off x="9659375" y="3582857"/>
            <a:ext cx="1873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VK Sans Display Medium" pitchFamily="2" charset="0"/>
              </a:rPr>
              <a:t>N%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1A7C2F-5120-306A-1E32-C76942584AC7}"/>
              </a:ext>
            </a:extLst>
          </p:cNvPr>
          <p:cNvSpPr txBox="1"/>
          <p:nvPr/>
        </p:nvSpPr>
        <p:spPr>
          <a:xfrm>
            <a:off x="370977" y="5448359"/>
            <a:ext cx="3998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VK Sans Display Medium" pitchFamily="2" charset="0"/>
              </a:rPr>
              <a:t>текст</a:t>
            </a:r>
            <a:endParaRPr lang="en-US" sz="1200" dirty="0">
              <a:latin typeface="VK Sans Display Medium" pitchFamily="2" charset="0"/>
            </a:endParaRPr>
          </a:p>
        </p:txBody>
      </p:sp>
      <p:sp>
        <p:nvSpPr>
          <p:cNvPr id="52" name="Скругленный прямоугольник 51">
            <a:extLst>
              <a:ext uri="{FF2B5EF4-FFF2-40B4-BE49-F238E27FC236}">
                <a16:creationId xmlns:a16="http://schemas.microsoft.com/office/drawing/2014/main" id="{FE890F51-8128-6529-836C-DB5323DE2FED}"/>
              </a:ext>
            </a:extLst>
          </p:cNvPr>
          <p:cNvSpPr/>
          <p:nvPr/>
        </p:nvSpPr>
        <p:spPr>
          <a:xfrm>
            <a:off x="4740736" y="1738222"/>
            <a:ext cx="4224271" cy="1119936"/>
          </a:xfrm>
          <a:prstGeom prst="roundRect">
            <a:avLst>
              <a:gd name="adj" fmla="val 12568"/>
            </a:avLst>
          </a:prstGeom>
          <a:solidFill>
            <a:schemeClr val="bg1"/>
          </a:solidFill>
          <a:ln>
            <a:solidFill>
              <a:srgbClr val="007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40D1EE-6EE8-6758-592E-D9699F102B5C}"/>
              </a:ext>
            </a:extLst>
          </p:cNvPr>
          <p:cNvSpPr txBox="1"/>
          <p:nvPr/>
        </p:nvSpPr>
        <p:spPr>
          <a:xfrm>
            <a:off x="5411298" y="1181534"/>
            <a:ext cx="2914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VK Sans Display Medium" pitchFamily="2" charset="0"/>
              </a:rPr>
              <a:t>Направления и инициативы стратегии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D60DDC6D-B9D1-B6BE-9600-BB87F71E4EFA}"/>
              </a:ext>
            </a:extLst>
          </p:cNvPr>
          <p:cNvSpPr/>
          <p:nvPr/>
        </p:nvSpPr>
        <p:spPr>
          <a:xfrm>
            <a:off x="4734957" y="3018863"/>
            <a:ext cx="1322225" cy="665454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55" name="Скругленный прямоугольник 54">
            <a:extLst>
              <a:ext uri="{FF2B5EF4-FFF2-40B4-BE49-F238E27FC236}">
                <a16:creationId xmlns:a16="http://schemas.microsoft.com/office/drawing/2014/main" id="{E81F4723-F5D8-33BD-2FD1-AB5D4AA87006}"/>
              </a:ext>
            </a:extLst>
          </p:cNvPr>
          <p:cNvSpPr/>
          <p:nvPr/>
        </p:nvSpPr>
        <p:spPr>
          <a:xfrm>
            <a:off x="6185980" y="3012618"/>
            <a:ext cx="1322225" cy="665454"/>
          </a:xfrm>
          <a:prstGeom prst="roundRect">
            <a:avLst/>
          </a:prstGeom>
          <a:solidFill>
            <a:srgbClr val="0077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F56E872D-10A2-D2E9-2783-18D5D6619AD0}"/>
              </a:ext>
            </a:extLst>
          </p:cNvPr>
          <p:cNvSpPr/>
          <p:nvPr/>
        </p:nvSpPr>
        <p:spPr>
          <a:xfrm>
            <a:off x="7637003" y="3012618"/>
            <a:ext cx="1322226" cy="665454"/>
          </a:xfrm>
          <a:prstGeom prst="roundRect">
            <a:avLst/>
          </a:prstGeom>
          <a:solidFill>
            <a:srgbClr val="0077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57" name="Скругленный прямоугольник 56">
            <a:extLst>
              <a:ext uri="{FF2B5EF4-FFF2-40B4-BE49-F238E27FC236}">
                <a16:creationId xmlns:a16="http://schemas.microsoft.com/office/drawing/2014/main" id="{C0DD9757-0C00-AA65-1A1B-E63205094965}"/>
              </a:ext>
            </a:extLst>
          </p:cNvPr>
          <p:cNvSpPr/>
          <p:nvPr/>
        </p:nvSpPr>
        <p:spPr>
          <a:xfrm>
            <a:off x="4594711" y="1546851"/>
            <a:ext cx="280491" cy="382524"/>
          </a:xfrm>
          <a:prstGeom prst="roundRect">
            <a:avLst/>
          </a:prstGeom>
          <a:solidFill>
            <a:srgbClr val="FF38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VK Sans Display Medium" pitchFamily="2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4CE209-856E-F9C0-39E6-3C907CCE580E}"/>
              </a:ext>
            </a:extLst>
          </p:cNvPr>
          <p:cNvSpPr txBox="1"/>
          <p:nvPr/>
        </p:nvSpPr>
        <p:spPr>
          <a:xfrm>
            <a:off x="4804588" y="1975024"/>
            <a:ext cx="4091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VK Sans Display Medium" pitchFamily="2" charset="0"/>
              </a:rPr>
              <a:t>текст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C25ACBD3-3EF3-40E6-053C-16519CAB138C}"/>
              </a:ext>
            </a:extLst>
          </p:cNvPr>
          <p:cNvSpPr/>
          <p:nvPr/>
        </p:nvSpPr>
        <p:spPr>
          <a:xfrm>
            <a:off x="358788" y="1487651"/>
            <a:ext cx="4007614" cy="1466189"/>
          </a:xfrm>
          <a:prstGeom prst="roundRect">
            <a:avLst>
              <a:gd name="adj" fmla="val 1161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F11BD3-CA27-8832-F8B2-A7CAA96AE506}"/>
              </a:ext>
            </a:extLst>
          </p:cNvPr>
          <p:cNvSpPr txBox="1"/>
          <p:nvPr/>
        </p:nvSpPr>
        <p:spPr>
          <a:xfrm>
            <a:off x="900983" y="1202228"/>
            <a:ext cx="2914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VK Sans Display Medium" pitchFamily="2" charset="0"/>
              </a:rPr>
              <a:t>Контекст и постановка задачи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89AA30-A72E-4741-A178-94D5ACBC3D45}"/>
              </a:ext>
            </a:extLst>
          </p:cNvPr>
          <p:cNvSpPr txBox="1"/>
          <p:nvPr/>
        </p:nvSpPr>
        <p:spPr>
          <a:xfrm>
            <a:off x="1284437" y="3094278"/>
            <a:ext cx="2053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VK Sans Display Medium" pitchFamily="2" charset="0"/>
              </a:rPr>
              <a:t>Ключевые проблемы продуктов сейчас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CA84CD-53D3-300E-4898-098B740D6BEE}"/>
              </a:ext>
            </a:extLst>
          </p:cNvPr>
          <p:cNvSpPr txBox="1"/>
          <p:nvPr/>
        </p:nvSpPr>
        <p:spPr>
          <a:xfrm>
            <a:off x="452977" y="1614460"/>
            <a:ext cx="3819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VK Sans Display Medium" pitchFamily="2" charset="0"/>
              </a:rPr>
              <a:t>текст</a:t>
            </a:r>
            <a:endParaRPr lang="ru-RU" sz="1200" dirty="0">
              <a:latin typeface="VK Sans Display Medium" pitchFamily="2" charset="0"/>
            </a:endParaRPr>
          </a:p>
        </p:txBody>
      </p:sp>
      <p:sp>
        <p:nvSpPr>
          <p:cNvPr id="63" name="Скругленный прямоугольник 62">
            <a:extLst>
              <a:ext uri="{FF2B5EF4-FFF2-40B4-BE49-F238E27FC236}">
                <a16:creationId xmlns:a16="http://schemas.microsoft.com/office/drawing/2014/main" id="{0F625ED4-7FE8-DE1F-684C-493A21AB36A0}"/>
              </a:ext>
            </a:extLst>
          </p:cNvPr>
          <p:cNvSpPr/>
          <p:nvPr/>
        </p:nvSpPr>
        <p:spPr>
          <a:xfrm>
            <a:off x="4751434" y="4301938"/>
            <a:ext cx="4224271" cy="1119936"/>
          </a:xfrm>
          <a:prstGeom prst="roundRect">
            <a:avLst>
              <a:gd name="adj" fmla="val 12568"/>
            </a:avLst>
          </a:prstGeom>
          <a:solidFill>
            <a:schemeClr val="bg1"/>
          </a:solidFill>
          <a:ln>
            <a:solidFill>
              <a:srgbClr val="007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Скругленный прямоугольник 63">
            <a:extLst>
              <a:ext uri="{FF2B5EF4-FFF2-40B4-BE49-F238E27FC236}">
                <a16:creationId xmlns:a16="http://schemas.microsoft.com/office/drawing/2014/main" id="{B47DDB84-1D88-8282-8191-FB2B9432AF93}"/>
              </a:ext>
            </a:extLst>
          </p:cNvPr>
          <p:cNvSpPr/>
          <p:nvPr/>
        </p:nvSpPr>
        <p:spPr>
          <a:xfrm>
            <a:off x="4745655" y="5582579"/>
            <a:ext cx="1322225" cy="665454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9C1A65A8-AC96-0C99-BA87-C13CF48E3EB0}"/>
              </a:ext>
            </a:extLst>
          </p:cNvPr>
          <p:cNvSpPr/>
          <p:nvPr/>
        </p:nvSpPr>
        <p:spPr>
          <a:xfrm>
            <a:off x="6196678" y="5576334"/>
            <a:ext cx="1322225" cy="665454"/>
          </a:xfrm>
          <a:prstGeom prst="roundRect">
            <a:avLst/>
          </a:prstGeom>
          <a:solidFill>
            <a:srgbClr val="0077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66" name="Скругленный прямоугольник 65">
            <a:extLst>
              <a:ext uri="{FF2B5EF4-FFF2-40B4-BE49-F238E27FC236}">
                <a16:creationId xmlns:a16="http://schemas.microsoft.com/office/drawing/2014/main" id="{386B7B85-5B9C-AE6E-0F2A-7BEFFC013CFC}"/>
              </a:ext>
            </a:extLst>
          </p:cNvPr>
          <p:cNvSpPr/>
          <p:nvPr/>
        </p:nvSpPr>
        <p:spPr>
          <a:xfrm>
            <a:off x="7647701" y="5576334"/>
            <a:ext cx="1322226" cy="665454"/>
          </a:xfrm>
          <a:prstGeom prst="roundRect">
            <a:avLst/>
          </a:prstGeom>
          <a:solidFill>
            <a:srgbClr val="0077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VK Sans Display Medium" pitchFamily="2" charset="0"/>
              </a:rPr>
              <a:t>текст</a:t>
            </a:r>
          </a:p>
        </p:txBody>
      </p:sp>
      <p:sp>
        <p:nvSpPr>
          <p:cNvPr id="67" name="Скругленный прямоугольник 66">
            <a:extLst>
              <a:ext uri="{FF2B5EF4-FFF2-40B4-BE49-F238E27FC236}">
                <a16:creationId xmlns:a16="http://schemas.microsoft.com/office/drawing/2014/main" id="{0607FED4-643C-9208-95D2-045DC0E23B64}"/>
              </a:ext>
            </a:extLst>
          </p:cNvPr>
          <p:cNvSpPr/>
          <p:nvPr/>
        </p:nvSpPr>
        <p:spPr>
          <a:xfrm>
            <a:off x="4605409" y="4110567"/>
            <a:ext cx="280491" cy="382524"/>
          </a:xfrm>
          <a:prstGeom prst="roundRect">
            <a:avLst/>
          </a:prstGeom>
          <a:solidFill>
            <a:srgbClr val="FF38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VK Sans Display Medium" pitchFamily="2" charset="0"/>
              </a:rPr>
              <a:t>2</a:t>
            </a:r>
            <a:endParaRPr lang="ru-RU" b="1" dirty="0">
              <a:solidFill>
                <a:schemeClr val="bg1"/>
              </a:solidFill>
              <a:latin typeface="VK Sans Display Medium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35D587-F5D1-362C-D11F-6E1B8F321698}"/>
              </a:ext>
            </a:extLst>
          </p:cNvPr>
          <p:cNvSpPr txBox="1"/>
          <p:nvPr/>
        </p:nvSpPr>
        <p:spPr>
          <a:xfrm>
            <a:off x="4815286" y="4538740"/>
            <a:ext cx="4091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VK Sans Display Medium" pitchFamily="2" charset="0"/>
              </a:rPr>
              <a:t>текст</a:t>
            </a:r>
          </a:p>
        </p:txBody>
      </p:sp>
      <p:sp>
        <p:nvSpPr>
          <p:cNvPr id="69" name="Треугольник 68">
            <a:extLst>
              <a:ext uri="{FF2B5EF4-FFF2-40B4-BE49-F238E27FC236}">
                <a16:creationId xmlns:a16="http://schemas.microsoft.com/office/drawing/2014/main" id="{CEE8815A-393B-07F0-39D3-DD6CB31B2E9F}"/>
              </a:ext>
            </a:extLst>
          </p:cNvPr>
          <p:cNvSpPr/>
          <p:nvPr/>
        </p:nvSpPr>
        <p:spPr>
          <a:xfrm rot="10800000">
            <a:off x="4734957" y="3835094"/>
            <a:ext cx="4224272" cy="229536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9BFD26-1694-A7A1-B320-E992D2B6464F}"/>
              </a:ext>
            </a:extLst>
          </p:cNvPr>
          <p:cNvSpPr txBox="1"/>
          <p:nvPr/>
        </p:nvSpPr>
        <p:spPr>
          <a:xfrm>
            <a:off x="245982" y="4493967"/>
            <a:ext cx="14945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 err="1">
                <a:latin typeface="VK Sans Display Medium" pitchFamily="2" charset="0"/>
              </a:rPr>
              <a:t>тект</a:t>
            </a:r>
            <a:endParaRPr lang="ru-RU" sz="900" dirty="0">
              <a:latin typeface="VK Sans Display Medium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BCEE6A-CAA0-9B26-E625-F96DB06218D5}"/>
              </a:ext>
            </a:extLst>
          </p:cNvPr>
          <p:cNvSpPr txBox="1"/>
          <p:nvPr/>
        </p:nvSpPr>
        <p:spPr>
          <a:xfrm>
            <a:off x="1804425" y="4474449"/>
            <a:ext cx="10135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latin typeface="VK Sans Display Medium" pitchFamily="2" charset="0"/>
              </a:rPr>
              <a:t>текст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2634F0-8F50-F0E4-D601-ACD114CE4DED}"/>
              </a:ext>
            </a:extLst>
          </p:cNvPr>
          <p:cNvSpPr txBox="1"/>
          <p:nvPr/>
        </p:nvSpPr>
        <p:spPr>
          <a:xfrm>
            <a:off x="2883076" y="4459910"/>
            <a:ext cx="1458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latin typeface="VK Sans Display Medium" pitchFamily="2" charset="0"/>
              </a:rPr>
              <a:t>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B5B781-0B9A-8C52-C1EE-57A6A3C05318}"/>
              </a:ext>
            </a:extLst>
          </p:cNvPr>
          <p:cNvSpPr txBox="1"/>
          <p:nvPr/>
        </p:nvSpPr>
        <p:spPr>
          <a:xfrm>
            <a:off x="1331499" y="5155774"/>
            <a:ext cx="2053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VK Sans Display Medium" pitchFamily="2" charset="0"/>
              </a:rPr>
              <a:t>Цель</a:t>
            </a:r>
          </a:p>
        </p:txBody>
      </p:sp>
      <p:sp>
        <p:nvSpPr>
          <p:cNvPr id="80" name="Скругленный прямоугольник 79">
            <a:extLst>
              <a:ext uri="{FF2B5EF4-FFF2-40B4-BE49-F238E27FC236}">
                <a16:creationId xmlns:a16="http://schemas.microsoft.com/office/drawing/2014/main" id="{8984763B-166A-8D89-7AD4-ADCBAC0381A9}"/>
              </a:ext>
            </a:extLst>
          </p:cNvPr>
          <p:cNvSpPr/>
          <p:nvPr/>
        </p:nvSpPr>
        <p:spPr>
          <a:xfrm>
            <a:off x="9302740" y="4994012"/>
            <a:ext cx="2558227" cy="1243277"/>
          </a:xfrm>
          <a:prstGeom prst="roundRect">
            <a:avLst>
              <a:gd name="adj" fmla="val 14009"/>
            </a:avLst>
          </a:prstGeom>
          <a:noFill/>
          <a:ln>
            <a:solidFill>
              <a:srgbClr val="FF38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7C5954-C4F3-1698-29C3-BB4D80686517}"/>
              </a:ext>
            </a:extLst>
          </p:cNvPr>
          <p:cNvSpPr txBox="1"/>
          <p:nvPr/>
        </p:nvSpPr>
        <p:spPr>
          <a:xfrm>
            <a:off x="9466110" y="5023468"/>
            <a:ext cx="2260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VK Sans Display Medium" pitchFamily="2" charset="0"/>
              </a:rPr>
              <a:t>N</a:t>
            </a:r>
            <a:r>
              <a:rPr lang="ru-RU" sz="4000" b="1" dirty="0">
                <a:latin typeface="VK Sans Display Medium" pitchFamily="2" charset="0"/>
              </a:rPr>
              <a:t> </a:t>
            </a:r>
            <a:endParaRPr lang="en-US" sz="4000" b="1" dirty="0">
              <a:latin typeface="VK Sans Display Medium" pitchFamily="2" charset="0"/>
            </a:endParaRPr>
          </a:p>
          <a:p>
            <a:pPr algn="ctr"/>
            <a:r>
              <a:rPr lang="ru-RU" sz="1400" b="1" dirty="0">
                <a:latin typeface="VK Sans Display Medium" pitchFamily="2" charset="0"/>
              </a:rPr>
              <a:t>текст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DDA2E2A-2F6D-3BD6-8C68-8198CD577B94}"/>
              </a:ext>
            </a:extLst>
          </p:cNvPr>
          <p:cNvSpPr txBox="1"/>
          <p:nvPr/>
        </p:nvSpPr>
        <p:spPr>
          <a:xfrm>
            <a:off x="1455313" y="9272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5556A0-DDB5-6A54-D0BD-D0361FC812B8}"/>
              </a:ext>
            </a:extLst>
          </p:cNvPr>
          <p:cNvSpPr txBox="1"/>
          <p:nvPr/>
        </p:nvSpPr>
        <p:spPr>
          <a:xfrm>
            <a:off x="236909" y="555365"/>
            <a:ext cx="12132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VK Sans Display Medium" pitchFamily="2" charset="0"/>
              </a:rPr>
              <a:t>Какой-то текст</a:t>
            </a:r>
            <a:endParaRPr lang="ru-RU" sz="1600" dirty="0"/>
          </a:p>
        </p:txBody>
      </p: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5008E7D5-DBE5-ECB9-7750-71E52E24A95A}"/>
              </a:ext>
            </a:extLst>
          </p:cNvPr>
          <p:cNvCxnSpPr>
            <a:cxnSpLocks/>
          </p:cNvCxnSpPr>
          <p:nvPr/>
        </p:nvCxnSpPr>
        <p:spPr>
          <a:xfrm>
            <a:off x="334963" y="1157013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D88DFB09-9351-2034-1A22-E8310375E336}"/>
              </a:ext>
            </a:extLst>
          </p:cNvPr>
          <p:cNvCxnSpPr>
            <a:cxnSpLocks/>
          </p:cNvCxnSpPr>
          <p:nvPr/>
        </p:nvCxnSpPr>
        <p:spPr>
          <a:xfrm>
            <a:off x="339761" y="6416305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562118F-9EE0-4C37-7A06-90676BFBC6A8}"/>
              </a:ext>
            </a:extLst>
          </p:cNvPr>
          <p:cNvSpPr txBox="1"/>
          <p:nvPr/>
        </p:nvSpPr>
        <p:spPr>
          <a:xfrm>
            <a:off x="235945" y="6421108"/>
            <a:ext cx="113283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.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 </a:t>
            </a:r>
          </a:p>
        </p:txBody>
      </p:sp>
      <p:sp>
        <p:nvSpPr>
          <p:cNvPr id="87" name="Номер слайда 31">
            <a:extLst>
              <a:ext uri="{FF2B5EF4-FFF2-40B4-BE49-F238E27FC236}">
                <a16:creationId xmlns:a16="http://schemas.microsoft.com/office/drawing/2014/main" id="{70CA66CB-69F2-C171-3E15-69B63B45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9327" y="6325355"/>
            <a:ext cx="1188923" cy="365125"/>
          </a:xfrm>
        </p:spPr>
        <p:txBody>
          <a:bodyPr/>
          <a:lstStyle/>
          <a:p>
            <a:fld id="{0CB11CB3-206A-2E4F-ADE7-C94F406C0EE8}" type="slidenum">
              <a:rPr lang="ru-RU" smtClean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1</a:t>
            </a:fld>
            <a:endParaRPr lang="ru-RU" dirty="0">
              <a:solidFill>
                <a:schemeClr val="bg1">
                  <a:lumMod val="50000"/>
                </a:schemeClr>
              </a:solidFill>
              <a:latin typeface="VK Sans Display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81EADB-D6EB-312E-77B7-4D0F4FF50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7" y="3657407"/>
            <a:ext cx="1244600" cy="1181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323E56-AB78-7E50-964B-C98657ADE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140" y="3687800"/>
            <a:ext cx="1244600" cy="1193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7E809A-B90D-E671-B8BA-A3D0FBCA3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1964" y="3676043"/>
            <a:ext cx="12446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Macintosh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VK Sans Display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2026-04-03T09:45:55Z</dcterms:created>
  <dcterms:modified xsi:type="dcterms:W3CDTF">2026-04-03T09:46:35Z</dcterms:modified>
</cp:coreProperties>
</file>