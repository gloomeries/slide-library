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2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6"/>
  </p:normalViewPr>
  <p:slideViewPr>
    <p:cSldViewPr snapToGrid="0" showGuides="1">
      <p:cViewPr varScale="1">
        <p:scale>
          <a:sx n="107" d="100"/>
          <a:sy n="107" d="100"/>
        </p:scale>
        <p:origin x="66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4A4AD-06F2-F237-3E2D-1DC9B145A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93165B-E890-D415-C7B4-12AE461A2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D51EF-E3D1-0278-322B-6566B3F45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22B1B-98E7-3F4F-AFBC-CD98900D229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BBEF5-931F-8805-4CF2-7BE993F9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BC904-6320-3EF9-961C-097C7187C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BDBB-771A-314C-B4DF-76814F30D55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42745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CEAC7-DA80-E562-CD00-3BAED4FD8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7EC4B-E2AB-647F-92AB-69FF302FC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EF066-8B08-3FDD-0EBB-8CC9FCE26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22B1B-98E7-3F4F-AFBC-CD98900D229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21D96-7E78-09A8-0413-F945A9E38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633A5-D87A-DBC0-9735-016D98FEF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BDBB-771A-314C-B4DF-76814F30D55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514670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8A46-631D-E20D-2E88-1DBA3BFD2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260DA-D13A-43C7-37EC-478CC7B82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BDF2C-A42F-EB8E-3307-A6FB9EF11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22B1B-98E7-3F4F-AFBC-CD98900D229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46D22-A04A-FE24-89E2-27299D5E6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DC98C-23B3-5586-6D1E-DE064DFE1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BDBB-771A-314C-B4DF-76814F30D55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04501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E4DC7-6CA1-438F-4047-2D0EFF61C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23F24-C1FB-F3CC-A207-6A1FFAA057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131B9-D8AD-99F7-F20E-ED1D63949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69D06-0BF5-D614-20DD-01A55F9F6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22B1B-98E7-3F4F-AFBC-CD98900D229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D019E-4A47-8620-6B7A-7B25575CC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ABA7C-E7A5-F983-62F3-57AF7CFFC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BDBB-771A-314C-B4DF-76814F30D55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38404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ACF8E-DD2F-5073-8796-C6539E31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2E878-CEC9-7A70-9F15-D5697B8BE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5483F-7673-4B82-EE7C-6303B616C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4EDB80-1F24-6DBA-525C-18FD4E918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833722-1A55-DD5E-8DBC-840B709C1D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1077F-BFFC-6E6F-CAA2-210A72124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22B1B-98E7-3F4F-AFBC-CD98900D229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EA97B2-71E0-B589-4D2A-B13252CB0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D627C9-4C49-308F-9E6D-2B5CB96F1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BDBB-771A-314C-B4DF-76814F30D55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29224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632D3-72D5-130C-E5DD-0AEA49BED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7AD58F-051F-AD64-477B-7AD4D954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22B1B-98E7-3F4F-AFBC-CD98900D229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9BB569-E81B-CA07-222A-4E843DF46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CE23C6-1658-85A7-D5FB-C16A3B7BC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BDBB-771A-314C-B4DF-76814F30D55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00349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5B1098-1BB7-C3BE-61FD-64C45E9DF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22B1B-98E7-3F4F-AFBC-CD98900D229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712AFA-4E88-0A35-4479-A534FDCD9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7FFE5-00D2-30CC-83E5-47E15CE78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BDBB-771A-314C-B4DF-76814F30D55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82911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EB5AC-B5A8-81FA-C3C9-22A9523C8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5F43F-A561-A41C-06DE-5267162B7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202E87-666F-D896-2369-D5F2E8DAF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4F3E-9310-936E-CB2A-C05583A93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22B1B-98E7-3F4F-AFBC-CD98900D229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09AD7-520C-1BD8-53BE-3C032C7F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F7180-B3D2-4A0D-EECB-75B92CE72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BDBB-771A-314C-B4DF-76814F30D55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6906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0ED08-AC96-8A6B-1B90-248720C59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A91552-825B-D602-AD4B-BAA2B510E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75D14-7CA4-1668-454C-5755ABE48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2A0AA-BFAA-DCD4-1F96-7DAA057B6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22B1B-98E7-3F4F-AFBC-CD98900D229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B3F49-EE06-0918-82DA-20F2D72B9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EFED1-FC7A-5E08-56AD-90A999944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BDBB-771A-314C-B4DF-76814F30D55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674172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6DBB7-4EFD-3039-1D84-830FF66B9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1B9EC-D74A-8431-5085-490347BC4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4636C-ED6D-CB9A-4F03-C197B317B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22B1B-98E7-3F4F-AFBC-CD98900D229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14796-9494-4613-2483-BBFD63B15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21964-78B2-2828-E3A8-2BF0B8A0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BDBB-771A-314C-B4DF-76814F30D55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45733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952872-A9DD-CEB0-C58C-D348DCC9EA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B5BA8A-4B43-8E92-DBD9-A43744371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917C0-079A-69ED-3FD8-D31C98693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22B1B-98E7-3F4F-AFBC-CD98900D229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D5628-F2AD-7F65-B6D1-1553A7790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CDAD2-C80D-FFA2-DD04-DBD14240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BDBB-771A-314C-B4DF-76814F30D55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41720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9F0462-9284-2A27-CDDC-FAD9DEBE8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82FF1-018A-8837-9F30-6800660BF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C2DBA-5C2D-0245-BC66-366A12A03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22B1B-98E7-3F4F-AFBC-CD98900D229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FC3F4-C60B-45D9-58CE-BD9165E96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5DADB-35E5-F4F7-4E2D-7996A29D62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8BDBB-771A-314C-B4DF-76814F30D55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36418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4B39F-8431-6BD1-B2D1-4F7106CAE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48DAED-A771-BBE1-44EE-F78BBBAFA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308725"/>
            <a:ext cx="2743200" cy="365125"/>
          </a:xfrm>
        </p:spPr>
        <p:txBody>
          <a:bodyPr/>
          <a:lstStyle/>
          <a:p>
            <a:fld id="{7D144A82-4D05-BE4C-BA0D-9309131612F6}" type="slidenum">
              <a:rPr lang="ru-RU" smtClean="0">
                <a:latin typeface="AzbukaVkusa Light" panose="02000000000000000000" pitchFamily="2" charset="0"/>
              </a:rPr>
              <a:t>1</a:t>
            </a:fld>
            <a:endParaRPr lang="ru-RU">
              <a:latin typeface="AzbukaVkusa Light" panose="02000000000000000000" pitchFamily="2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7DF750E1-375B-69FA-98CF-D8D22C5A8B17}"/>
              </a:ext>
            </a:extLst>
          </p:cNvPr>
          <p:cNvCxnSpPr/>
          <p:nvPr/>
        </p:nvCxnSpPr>
        <p:spPr>
          <a:xfrm>
            <a:off x="334963" y="6324189"/>
            <a:ext cx="11522075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06D5DE4-1A41-C604-B5FA-BF32FDA406C7}"/>
              </a:ext>
            </a:extLst>
          </p:cNvPr>
          <p:cNvCxnSpPr/>
          <p:nvPr/>
        </p:nvCxnSpPr>
        <p:spPr>
          <a:xfrm>
            <a:off x="334963" y="1161640"/>
            <a:ext cx="11522075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3B5EB0D-2A6F-A9DE-9FCD-4FB40D16651C}"/>
              </a:ext>
            </a:extLst>
          </p:cNvPr>
          <p:cNvSpPr txBox="1"/>
          <p:nvPr/>
        </p:nvSpPr>
        <p:spPr>
          <a:xfrm>
            <a:off x="242890" y="577850"/>
            <a:ext cx="10438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zbukaVkusa" panose="02000000000000000000" pitchFamily="2" charset="0"/>
              </a:rPr>
              <a:t>Контрмеры делятся на четыре блока</a:t>
            </a:r>
            <a:r>
              <a:rPr lang="en-US" sz="1600" dirty="0">
                <a:latin typeface="AzbukaVkusa" panose="02000000000000000000" pitchFamily="2" charset="0"/>
              </a:rPr>
              <a:t>: </a:t>
            </a:r>
            <a:r>
              <a:rPr lang="ru-RU" sz="1600" dirty="0">
                <a:latin typeface="AzbukaVkusa" panose="02000000000000000000" pitchFamily="2" charset="0"/>
              </a:rPr>
              <a:t>рефакторинг приложения сборщика</a:t>
            </a:r>
            <a:r>
              <a:rPr lang="en-US" sz="1600" dirty="0">
                <a:latin typeface="AzbukaVkusa" panose="02000000000000000000" pitchFamily="2" charset="0"/>
              </a:rPr>
              <a:t>,</a:t>
            </a:r>
            <a:r>
              <a:rPr lang="ru-RU" sz="1600" dirty="0">
                <a:latin typeface="AzbukaVkusa" panose="02000000000000000000" pitchFamily="2" charset="0"/>
              </a:rPr>
              <a:t> обновление ТСД</a:t>
            </a:r>
            <a:r>
              <a:rPr lang="en-US" sz="1600" dirty="0">
                <a:latin typeface="AzbukaVkusa" panose="02000000000000000000" pitchFamily="2" charset="0"/>
              </a:rPr>
              <a:t>, </a:t>
            </a:r>
            <a:r>
              <a:rPr lang="ru-RU" sz="1600" dirty="0">
                <a:latin typeface="AzbukaVkusa" panose="02000000000000000000" pitchFamily="2" charset="0"/>
              </a:rPr>
              <a:t>интеграцию системы фиксации остатков и работу с инструкциями для сборщиков</a:t>
            </a:r>
            <a:r>
              <a:rPr lang="en-US" sz="1600" dirty="0">
                <a:latin typeface="AzbukaVkusa" panose="02000000000000000000" pitchFamily="2" charset="0"/>
              </a:rPr>
              <a:t>.</a:t>
            </a:r>
            <a:endParaRPr lang="ru-RU" sz="1600" dirty="0">
              <a:latin typeface="AzbukaVkusa" panose="02000000000000000000" pitchFamily="2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24FFE76-895E-A1F4-0897-30E1898C0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0136" y="184150"/>
            <a:ext cx="996320" cy="34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37E336A-6329-ED4C-8D83-DD394BB24ACF}"/>
              </a:ext>
            </a:extLst>
          </p:cNvPr>
          <p:cNvSpPr txBox="1"/>
          <p:nvPr/>
        </p:nvSpPr>
        <p:spPr>
          <a:xfrm>
            <a:off x="242889" y="6324189"/>
            <a:ext cx="17508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zbukaVkusa Light" panose="02000000000000000000" pitchFamily="2" charset="0"/>
              </a:rPr>
              <a:t>Источники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AzbukaVkusa Light" panose="02000000000000000000" pitchFamily="2" charset="0"/>
              </a:rPr>
              <a:t>: 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zbukaVkusa Light" panose="02000000000000000000" pitchFamily="2" charset="0"/>
              </a:rPr>
              <a:t>Анализ команды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AzbukaVkusa Light" panose="02000000000000000000" pitchFamily="2" charset="0"/>
              </a:rPr>
              <a:t>.</a:t>
            </a:r>
            <a:endParaRPr lang="ru-RU" sz="900" dirty="0">
              <a:solidFill>
                <a:schemeClr val="bg1">
                  <a:lumMod val="50000"/>
                </a:schemeClr>
              </a:solidFill>
              <a:latin typeface="AzbukaVkusa Light" panose="02000000000000000000" pitchFamily="2" charset="0"/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4EECF4D-5CC2-F06C-DD5A-09FF6755CF5E}"/>
              </a:ext>
            </a:extLst>
          </p:cNvPr>
          <p:cNvSpPr/>
          <p:nvPr/>
        </p:nvSpPr>
        <p:spPr>
          <a:xfrm>
            <a:off x="334964" y="157881"/>
            <a:ext cx="2066592" cy="391393"/>
          </a:xfrm>
          <a:prstGeom prst="roundRect">
            <a:avLst>
              <a:gd name="adj" fmla="val 20028"/>
            </a:avLst>
          </a:prstGeom>
          <a:solidFill>
            <a:srgbClr val="074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latin typeface="AzbukaVkusa" panose="02000000000000000000" pitchFamily="2" charset="0"/>
              </a:rPr>
              <a:t>Прототипы</a:t>
            </a:r>
          </a:p>
        </p:txBody>
      </p:sp>
      <p:pic>
        <p:nvPicPr>
          <p:cNvPr id="10" name="Рисунок 9" descr="Изображение выглядит как текст, Мобильный телефон, снимок экрана, Мобильное устройство&#10;&#10;Автоматически созданное описание">
            <a:extLst>
              <a:ext uri="{FF2B5EF4-FFF2-40B4-BE49-F238E27FC236}">
                <a16:creationId xmlns:a16="http://schemas.microsoft.com/office/drawing/2014/main" id="{894D94BF-59DA-387C-1851-D3374999F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6" t="23455" r="4666" b="4214"/>
          <a:stretch/>
        </p:blipFill>
        <p:spPr>
          <a:xfrm>
            <a:off x="1368260" y="1191201"/>
            <a:ext cx="8512599" cy="495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505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AzbukaVkusa</vt:lpstr>
      <vt:lpstr>AzbukaVkusa Light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1</cp:revision>
  <dcterms:created xsi:type="dcterms:W3CDTF">2026-04-03T09:29:25Z</dcterms:created>
  <dcterms:modified xsi:type="dcterms:W3CDTF">2026-04-03T09:29:52Z</dcterms:modified>
</cp:coreProperties>
</file>